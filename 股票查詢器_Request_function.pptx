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4480560" y="0"/>
            <a:ext cx="502920" cy="658368"/>
          </a:xfrm>
          <a:prstGeom prst="rtTriangl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Request function 是什麼</a:t>
            </a:r>
            <a:endParaRPr lang="en-US" sz="2100" dirty="0"/>
          </a:p>
        </p:txBody>
      </p:sp>
      <p:pic>
        <p:nvPicPr>
          <p:cNvPr id="5" name="Image 0" descr="nk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155448"/>
            <a:ext cx="1755648" cy="3044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6510528"/>
            <a:ext cx="11640312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14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定義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9844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程式主動向外部網站或伺服器「發出請求 (Request)」，把需要的資料要回來、放進程式裡使用。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86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生活比喻：到餐廳點餐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6974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我們（程式）跟櫃台說要什麼餐　→　送出請求 (Request)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廚房（證交所伺服器）把餐點做好　→　回應 (Response)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62626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服務生把餐端回來　→　程式收到資料 (Data)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95160" y="91440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CE4D6"/>
          </a:solidFill>
          <a:ln w="19050">
            <a:solidFill>
              <a:srgbClr val="ED7D31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223760" y="9144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33C00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一句話：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33C00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Request function 就是程式「對外要資料的窗口」。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69480" y="25146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DEEAF6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60920" y="25146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① 送出請求（股票代號＋期間）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372600" y="3172968"/>
            <a:ext cx="0" cy="301752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269480" y="347472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360920" y="34747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② 伺服器回應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372600" y="4133088"/>
            <a:ext cx="0" cy="301752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69480" y="443484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60920" y="44348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③ 取得資料（JSON 格式）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4480560" y="0"/>
            <a:ext cx="502920" cy="658368"/>
          </a:xfrm>
          <a:prstGeom prst="rtTriangl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股票查詢器中哪裡用到它</a:t>
            </a:r>
            <a:endParaRPr lang="en-US" sz="2100" dirty="0"/>
          </a:p>
        </p:txBody>
      </p:sp>
      <p:pic>
        <p:nvPicPr>
          <p:cNvPr id="5" name="Image 0" descr="nk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155448"/>
            <a:ext cx="1755648" cy="3044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6510528"/>
            <a:ext cx="11640312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21488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74320" y="2148840"/>
            <a:ext cx="24688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使用者輸入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股票代號・查詢期間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37560" y="21488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 w="28575">
            <a:solidFill>
              <a:srgbClr val="ED7D31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37560" y="2148840"/>
            <a:ext cx="24688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Request function</a:t>
            </a:r>
            <a:endParaRPr lang="en-US" sz="15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向證交所要資料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3639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▲ 我負責的部分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21488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1FB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00800" y="2148840"/>
            <a:ext cx="24688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取得原始資料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開盤・收盤・成交量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三大法人・買賣比例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418320" y="21488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DEEAF6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418320" y="2148840"/>
            <a:ext cx="251460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後續處理</a:t>
            </a:r>
            <a:endParaRPr lang="en-US" sz="15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b. 分析：漲跌幅・籌碼・連買連賣</a:t>
            </a:r>
            <a:endParaRPr lang="en-US" sz="15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c. 繪圖：圓餅圖・折線圖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770632" y="2857500"/>
            <a:ext cx="457200" cy="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833872" y="2857500"/>
            <a:ext cx="457200" cy="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897112" y="2857500"/>
            <a:ext cx="457200" cy="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48640" y="42519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CE4D6"/>
          </a:solidFill>
          <a:ln w="19050">
            <a:solidFill>
              <a:srgbClr val="ED7D31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68680" y="425196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833C00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Request function 是整個系統的「資料入口、第一棒」。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833C00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沒有它先把資料拿回來，後面的「分析 (b)」和「繪圖 (c)」都沒有資料可以用。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4480560" y="0"/>
            <a:ext cx="502920" cy="658368"/>
          </a:xfrm>
          <a:prstGeom prst="rtTriangl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Request function 要取得哪些資料</a:t>
            </a:r>
            <a:endParaRPr lang="en-US" sz="2100" dirty="0"/>
          </a:p>
        </p:txBody>
      </p:sp>
      <p:pic>
        <p:nvPicPr>
          <p:cNvPr id="5" name="Image 0" descr="nk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155448"/>
            <a:ext cx="1755648" cy="3044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6510528"/>
            <a:ext cx="11640312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" y="64922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資料來源：台灣證券交易所 (TWSE) 公開資料 API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960120"/>
            <a:ext cx="4297680" cy="4114800"/>
          </a:xfrm>
          <a:prstGeom prst="roundRect">
            <a:avLst>
              <a:gd name="adj" fmla="val 1778"/>
            </a:avLst>
          </a:prstGeom>
          <a:solidFill>
            <a:srgbClr val="EAF1FB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097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查詢期間 (Period)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05840" y="1783080"/>
            <a:ext cx="32004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005840" y="17830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當　天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05840" y="2318004"/>
            <a:ext cx="32004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05840" y="23180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近 三 天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05840" y="2852928"/>
            <a:ext cx="32004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005840" y="28529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近 一 週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05840" y="3387852"/>
            <a:ext cx="32004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05840" y="338785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近 一 月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05840" y="3922776"/>
            <a:ext cx="32004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005840" y="39227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近 一 季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005840" y="4457700"/>
            <a:ext cx="32004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05840" y="44577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近 一 年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120640" y="1097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資料欄位 (Fields)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00200"/>
          <a:ext cx="6629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資料欄位</a:t>
                      </a:r>
                      <a:endParaRPr lang="en-US" sz="15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說　明</a:t>
                      </a:r>
                      <a:endParaRPr lang="en-US" sz="15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開盤價　Open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當天第一筆成交價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收盤價　Close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當天最後一筆成交價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成交量　Volume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當天總成交股數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三大法人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外資・投信・自營商買賣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買賣比例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Times New Roman" pitchFamily="34" charset="0"/>
                          <a:ea typeface="標楷體" pitchFamily="34" charset="-122"/>
                          <a:cs typeface="標楷體" pitchFamily="34" charset="-120"/>
                        </a:rPr>
                        <a:t>買進與賣出的比重</a:t>
                      </a:r>
                      <a:endParaRPr lang="en-US" sz="1400" dirty="0">
                        <a:latin typeface="Times New Roman" charset="0"/>
                        <a:ea typeface="標楷體" charset="0"/>
                        <a:cs typeface="標楷體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457200" y="5440680"/>
            <a:ext cx="1129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※ 一季 = 近 3 個月、一年 = 近 12 個月；證交所一次只回傳一個月，程式會自動連抓多個月份再合併。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4480560" y="0"/>
            <a:ext cx="502920" cy="658368"/>
          </a:xfrm>
          <a:prstGeom prst="rtTriangl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Request function 程式示意</a:t>
            </a:r>
            <a:endParaRPr lang="en-US" sz="2100" dirty="0"/>
          </a:p>
        </p:txBody>
      </p:sp>
      <p:pic>
        <p:nvPicPr>
          <p:cNvPr id="5" name="Image 0" descr="nk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155448"/>
            <a:ext cx="1755648" cy="3044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6510528"/>
            <a:ext cx="11640312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6949440" cy="4343400"/>
          </a:xfrm>
          <a:prstGeom prst="roundRect">
            <a:avLst>
              <a:gd name="adj" fmla="val 1684"/>
            </a:avLst>
          </a:prstGeom>
          <a:solidFill>
            <a:srgbClr val="1E2430"/>
          </a:solidFill>
          <a:ln w="15875">
            <a:solidFill>
              <a:srgbClr val="1E2430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" y="1097280"/>
            <a:ext cx="6583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import requests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def get_stock(stock_id, date):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# 向證交所 API 發出請求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url = "https://www.twse.com.tw/"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      "exchangeReport/STOCK_DAY"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params =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    "response": "json",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    "date":    date,       # 例 "20261001"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    "stockNo": stock_id,   # 例 "2330" 台積電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res  = requests.get(url, params=params)  # 送出請求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data = res.json()                        # 收到 JSON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# data["data"] 每一列 = 某一天的資料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# 日期, 成交股數, ..., 開盤價, 最高, 最低, 收盤價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return data["data"]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程式在做三件事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15087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1.　import requests：借用「發請求」的工具套件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2.　組好網址＋參數：告訴證交所要哪支股票、哪一天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3.　requests.get() 送出請求，再用 .json() 收回資料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26680" y="39776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CE4D6"/>
          </a:solidFill>
          <a:ln w="19050">
            <a:solidFill>
              <a:srgbClr val="ED7D31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955280" y="397764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33C00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回傳的每一列就含有開盤、收盤、成交量，接著交給分析 (b) 與繪圖 (c) 使用。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4480560" y="0"/>
            <a:ext cx="502920" cy="658368"/>
          </a:xfrm>
          <a:prstGeom prst="rtTriangl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實際執行結果（真實資料）</a:t>
            </a:r>
            <a:endParaRPr lang="en-US" sz="2100" dirty="0"/>
          </a:p>
        </p:txBody>
      </p:sp>
      <p:pic>
        <p:nvPicPr>
          <p:cNvPr id="5" name="Image 0" descr="nk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155448"/>
            <a:ext cx="1755648" cy="3044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6510528"/>
            <a:ext cx="11640312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① 股價查詢（台積電・近一週）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1274552" cy="1783080"/>
          </a:xfrm>
          <a:prstGeom prst="roundRect">
            <a:avLst>
              <a:gd name="adj" fmla="val 4103"/>
            </a:avLst>
          </a:prstGeom>
          <a:solidFill>
            <a:srgbClr val="1E2430"/>
          </a:solidFill>
          <a:ln w="15875">
            <a:solidFill>
              <a:srgbClr val="1E2430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" y="1298448"/>
            <a:ext cx="10927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台積電（2330）— 近一週，共 5 個交易日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   日期       開盤       最高       最低       收盤      漲跌         成交量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--------------------------------------------------------------------------------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115/09/29   2,475.00   2,495.00   2,475.00   2,475.00      0.00     26,893,348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115/09/30   2,495.00   2,510.00   2,480.00   2,480.00     +5.00     34,282,491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115/10/01   2,490.00   2,510.00   2,485.00   2,510.00    +30.00     20,666,092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115/10/02   2,505.00   2,515.00   2,495.00   2,500.00    -10.00     15,792,206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115/10/05   2,550.00   2,580.00   2,545.00   2,575.00    +75.00     26,800,187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② 三大法人（台積電・近一週）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11274552" cy="2103120"/>
          </a:xfrm>
          <a:prstGeom prst="roundRect">
            <a:avLst>
              <a:gd name="adj" fmla="val 3478"/>
            </a:avLst>
          </a:prstGeom>
          <a:solidFill>
            <a:srgbClr val="1E2430"/>
          </a:solidFill>
          <a:ln w="15875">
            <a:solidFill>
              <a:srgbClr val="1E2430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8368" y="3584448"/>
            <a:ext cx="10927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台積電（2330）— 近一週（2026-09-29 ~ 2026-10-05，共 5 個交易日）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單位：股；正=買超、負=賣超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法人     買賣超(淨)          買進          賣出    買占%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------------------------------------------------------------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外資     +3,913,488    82,433,461    78,519,973    51.2%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  投信     +2,829,634     3,353,481       523,847    86.5%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  自營商     +1,928,461     2,953,552     1,025,091    74.2%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------------------------------------------------------------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EAEA"/>
                </a:solidFill>
                <a:latin typeface="Courier New" pitchFamily="34" charset="0"/>
                <a:ea typeface="標楷體" pitchFamily="34" charset="-122"/>
                <a:cs typeface="Courier New" pitchFamily="34" charset="-120"/>
              </a:rPr>
              <a:t>三大法人     +8,671,583    88,740,494    80,068,911    52.6%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Times New Roman" pitchFamily="34" charset="0"/>
                <a:ea typeface="標楷體" pitchFamily="34" charset="-122"/>
                <a:cs typeface="標楷體" pitchFamily="34" charset="-120"/>
              </a:rPr>
              <a:t>※ 以上為程式實際向證交所（股價）與 FinMind（三大法人）抓回的真實資料，非範例。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2026-10-06T05:34:59Z</dcterms:created>
  <dcterms:modified xsi:type="dcterms:W3CDTF">2026-10-06T05:34:59Z</dcterms:modified>
</cp:coreProperties>
</file>